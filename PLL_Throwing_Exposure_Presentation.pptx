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Throwing Exposure in the PLL, 2019–2026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What public box-score data can and cannot say about shoulder-loading demands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Eight seasons, 1,868 player-season rows, 609 players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How much throwing-related activity do PLL players publicly record, and how does it vary by season and position?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The data are exposure counts: shots and passes. They are not shoulder forces, tissue damage, or injury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Data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Source: official PLL player stats exports, 2019–2026 (assumed regular season)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Sample: field players with ≥ 3 games played (n = 1,173 player-seasons)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Passes and touches are not recorded for 2019–2021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Stats: season means with 95% CI, Kruskal–Wallis, Spearman, OLS on season means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Shot volume has been steady</a:t>
            </a: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938974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About 2.1–2.5 shots per eligible player per game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2020 was a shortened Championship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Exposure is set by role</a:t>
            </a:r>
          </a:p>
        </p:txBody>
      </p:sp>
      <p:pic>
        <p:nvPicPr>
          <p:cNvPr id="4" name="Picture 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938974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Attack: 5.4 shots, 20.6 passes per game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Defense: 0.3 shots, 5.8 passes per game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Defenders throw mostly passes, not shots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Shots understate total throwing</a:t>
            </a:r>
          </a:p>
        </p:txBody>
      </p:sp>
      <p:pic>
        <p:nvPicPr>
          <p:cNvPr id="4" name="Picture 3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8374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Spearman ρ = 0.82, largely driven by position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A shots-only exposure measure misses passing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Cumulative recorded shots</a:t>
            </a:r>
          </a:p>
        </p:txBody>
      </p:sp>
      <p:pic>
        <p:nvPicPr>
          <p:cNvPr id="4" name="Picture 3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907154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Top totals are almost all attackers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Counts are lower bounds: practice and warm-ups are unrecorded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Modeled shoulder load</a:t>
            </a:r>
          </a:p>
        </p:txBody>
      </p:sp>
      <p:pic>
        <p:nvPicPr>
          <p:cNvPr id="4" name="Picture 3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7616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8288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B0B0B"/>
                </a:solidFill>
                <a:latin typeface="Arial"/>
              </a:defRPr>
            </a:pPr>
            <a:r>
              <a:t>Load = shots × 1 + passes × (pass speed / 138 km/h)²</a:t>
            </a:r>
          </a:p>
          <a:p>
            <a:pPr>
              <a:spcAft>
                <a:spcPts val="1000"/>
              </a:spcAft>
              <a:defRPr sz="1500">
                <a:solidFill>
                  <a:srgbClr val="0B0B0B"/>
                </a:solidFill>
                <a:latin typeface="Arial"/>
              </a:defRPr>
            </a:pPr>
            <a:r>
              <a:t>Pass speed assumed 70 km/h (tested 55–85)</a:t>
            </a:r>
          </a:p>
          <a:p>
            <a:pPr>
              <a:spcAft>
                <a:spcPts val="1000"/>
              </a:spcAft>
              <a:defRPr sz="1500">
                <a:solidFill>
                  <a:srgbClr val="0B0B0B"/>
                </a:solidFill>
                <a:latin typeface="Arial"/>
              </a:defRPr>
            </a:pPr>
            <a:r>
              <a:t>Relative index, not tissue stress or injury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Defenders' load is mostly passing</a:t>
            </a:r>
          </a:p>
        </p:txBody>
      </p:sp>
      <p:pic>
        <p:nvPicPr>
          <p:cNvPr id="4" name="Picture 3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938974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Passes make up about 50% of attackers' modeled load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and about 83% of defenders'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Cumulative modeled load, 2022–2026</a:t>
            </a:r>
          </a:p>
        </p:txBody>
      </p:sp>
      <p:pic>
        <p:nvPicPr>
          <p:cNvPr id="4" name="Picture 3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3464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2860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Marcus Holman: about 750 shot equivalents</a:t>
            </a:r>
          </a:p>
          <a:p>
            <a:pPr>
              <a:spcAft>
                <a:spcPts val="1000"/>
              </a:spcAft>
              <a:defRPr sz="1600">
                <a:solidFill>
                  <a:srgbClr val="0B0B0B"/>
                </a:solidFill>
                <a:latin typeface="Arial"/>
              </a:defRPr>
            </a:pPr>
            <a:r>
              <a:t>Range 596–941 across pass-speed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Literature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Vincent et al. (2015): 39 male players, 6 professionals, lab overhead shot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Professional ball speed 138 ± 7 km/h vs 112 ± 15 km/h for high-school players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About 21% faster crosse angular velocity in professionals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Laboratory results, not measurements of PLL players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  <a:latin typeface="Arial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Box-score counts are not joint kinetics or injury data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Season assignment and regular-season status inferred; name-based player matching</a:t>
            </a:r>
          </a:p>
          <a:p>
            <a:pPr>
              <a:spcAft>
                <a:spcPts val="1000"/>
              </a:spcAft>
              <a:defRPr sz="1800">
                <a:solidFill>
                  <a:srgbClr val="0B0B0B"/>
                </a:solidFill>
                <a:latin typeface="Arial"/>
              </a:defRPr>
            </a:pPr>
            <a:r>
              <a:t>Next: pass-based exposure index (2022+), then motion-capture or wearable data to weight exposure by intensity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